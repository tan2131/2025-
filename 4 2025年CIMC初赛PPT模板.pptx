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11825937" r:id="rId4"/>
    <p:sldId id="11826036" r:id="rId6"/>
    <p:sldId id="11826037" r:id="rId7"/>
    <p:sldId id="11826038" r:id="rId8"/>
    <p:sldId id="11826039" r:id="rId9"/>
    <p:sldId id="11826040" r:id="rId10"/>
  </p:sldIdLst>
  <p:sldSz cx="12192000" cy="6858000"/>
  <p:notesSz cx="6858000" cy="9144000"/>
  <p:custDataLst>
    <p:tags r:id="rId1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DAE9ADA1-5E36-45F5-97F0-2D3C505091B4}">
          <p14:sldIdLst>
            <p14:sldId id="256"/>
            <p14:sldId id="11825937"/>
            <p14:sldId id="11826036"/>
            <p14:sldId id="11826037"/>
            <p14:sldId id="11826038"/>
            <p14:sldId id="11826039"/>
            <p14:sldId id="11826040"/>
          </p14:sldIdLst>
        </p14:section>
      </p14:sectionLst>
    </p:ext>
    <p:ext uri="{EFAFB233-063F-42B5-8137-9DF3F51BA10A}">
      <p15:sldGuideLst xmlns:p15="http://schemas.microsoft.com/office/powerpoint/2012/main">
        <p15:guide id="4" pos="7287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  <p15:guide id="7" orient="horz" pos="595" userDrawn="1">
          <p15:clr>
            <a:srgbClr val="A4A3A4"/>
          </p15:clr>
        </p15:guide>
        <p15:guide id="9" orient="horz" pos="1321" userDrawn="1">
          <p15:clr>
            <a:srgbClr val="A4A3A4"/>
          </p15:clr>
        </p15:guide>
        <p15:guide id="10" orient="horz" pos="3711" userDrawn="1">
          <p15:clr>
            <a:srgbClr val="A4A3A4"/>
          </p15:clr>
        </p15:guide>
        <p15:guide id="11" orient="horz" pos="709" userDrawn="1">
          <p15:clr>
            <a:srgbClr val="A4A3A4"/>
          </p15:clr>
        </p15:guide>
        <p15:guide id="12" orient="horz" pos="1049" userDrawn="1">
          <p15:clr>
            <a:srgbClr val="A4A3A4"/>
          </p15:clr>
        </p15:guide>
        <p15:guide id="13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C3"/>
    <a:srgbClr val="2058DB"/>
    <a:srgbClr val="F5602B"/>
    <a:srgbClr val="326DCE"/>
    <a:srgbClr val="F5911E"/>
    <a:srgbClr val="E3E5E7"/>
    <a:srgbClr val="DBE3F0"/>
    <a:srgbClr val="000000"/>
    <a:srgbClr val="F0F0F0"/>
    <a:srgbClr val="3FC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9" autoAdjust="0"/>
    <p:restoredTop sz="92740" autoAdjust="0"/>
  </p:normalViewPr>
  <p:slideViewPr>
    <p:cSldViewPr snapToGrid="0" showGuides="1">
      <p:cViewPr varScale="1">
        <p:scale>
          <a:sx n="106" d="100"/>
          <a:sy n="106" d="100"/>
        </p:scale>
        <p:origin x="138" y="684"/>
      </p:cViewPr>
      <p:guideLst>
        <p:guide pos="7287"/>
        <p:guide orient="horz" pos="4065"/>
        <p:guide orient="horz" pos="595"/>
        <p:guide orient="horz" pos="1321"/>
        <p:guide orient="horz" pos="3711"/>
        <p:guide orient="horz" pos="709"/>
        <p:guide orient="horz" pos="1049"/>
        <p:guide pos="3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042" y="216130"/>
            <a:ext cx="1014138" cy="65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jpe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"/>
            <a:ext cx="12192000" cy="68576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2824887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en-US" altLang="zh-CN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CIMC</a:t>
            </a: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“西门子杯”中国智能制造挑战赛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607" y="5412084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3273136" y="4131540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9169" y="4177998"/>
            <a:ext cx="53674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</a:t>
            </a:r>
            <a:r>
              <a:rPr 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2025890921</a:t>
            </a:r>
            <a:endParaRPr lang="en-US" sz="2000" b="1" kern="1200" dirty="0">
              <a:solidFill>
                <a:srgbClr val="1E52C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6367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第一部分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工程任务分析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/>
          <p:cNvSpPr txBox="1"/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PPT</a:t>
            </a:r>
            <a:r>
              <a:rPr lang="zh-CN" altLang="en-US" sz="2000" b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演示总</a:t>
            </a: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页数不超过 </a:t>
            </a:r>
            <a:r>
              <a:rPr lang="en-US" altLang="zh-CN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 </a:t>
            </a:r>
            <a:r>
              <a:rPr lang="zh-CN" altLang="en-US"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页）</a:t>
            </a:r>
            <a:endParaRPr lang="en-US" altLang="zh-CN" sz="20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第二部分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系统单元功能分析设计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/>
          <p:cNvSpPr txBox="1"/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综合系统设计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/>
          <p:cNvSpPr txBox="1"/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第四部分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工程系统优化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/>
          <p:cNvSpPr txBox="1"/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第五部分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系统功能调试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内容占位符 11"/>
          <p:cNvSpPr txBox="1"/>
          <p:nvPr/>
        </p:nvSpPr>
        <p:spPr>
          <a:xfrm>
            <a:off x="770583" y="1778844"/>
            <a:ext cx="10729192" cy="4674343"/>
          </a:xfrm>
          <a:prstGeom prst="rect">
            <a:avLst/>
          </a:prstGeom>
        </p:spPr>
        <p:txBody>
          <a:bodyPr vert="horz" lIns="87105" tIns="43552" rIns="87105" bIns="4355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这里是正文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2824252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请专家评审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607" y="5411449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3273136" y="4130905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9169" y="4177363"/>
            <a:ext cx="53674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</a:t>
            </a:r>
            <a:r>
              <a:rPr 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2025890921</a:t>
            </a:r>
            <a:endParaRPr lang="en-US" sz="2000" b="1" kern="1200" dirty="0">
              <a:solidFill>
                <a:srgbClr val="1E52C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8d46d3a-414d-44e2-8f80-f61a5abfafa7"/>
  <p:tag name="COMMONDATA" val="eyJoZGlkIjoiNmVmYTQ4NTcxMTQ5MjNmOGI3YzNiNDA0YjYzNGFl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emens 2016 – 16:9">
  <a:themeElements>
    <a:clrScheme name="Siemens 2016 – 16: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0000FF"/>
      </a:hlink>
      <a:folHlink>
        <a:srgbClr val="FF00FF"/>
      </a:folHlink>
    </a:clrScheme>
    <a:fontScheme name="Siemens 2016 – 16:9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emens 2016 – 16: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3999" tIns="53999" rIns="53999" bIns="5399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WPS 演示</Application>
  <PresentationFormat>宽屏</PresentationFormat>
  <Paragraphs>57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Times New Roman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GJH</dc:creator>
  <cp:lastModifiedBy>ᕙ漩涡ᕗ</cp:lastModifiedBy>
  <cp:revision>962</cp:revision>
  <dcterms:created xsi:type="dcterms:W3CDTF">2023-02-28T05:29:00Z</dcterms:created>
  <dcterms:modified xsi:type="dcterms:W3CDTF">2025-06-19T03:25:22Z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74CEB9292E1243B1BB8E905BDDB45E84</vt:lpwstr>
  </property>
  <property fmtid="{D5CDD505-2E9C-101B-9397-08002B2CF9AE}" pid="3" name="KSOProductBuildVer">
    <vt:lpwstr>2052-12.1.0.21541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2025-06-14T10:12:55Z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d327d3be-37c0-4329-bd6a-e4ce43ec6386</vt:lpwstr>
  </property>
  <property fmtid="{D5CDD505-2E9C-101B-9397-08002B2CF9AE}" pid="9" name="MSIP_Label_defa4170-0d19-0005-0004-bc88714345d2_ActionId">
    <vt:lpwstr>727028af-9020-4d20-9d01-776c78f56194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50, 3, 0, 1</vt:lpwstr>
  </property>
</Properties>
</file>